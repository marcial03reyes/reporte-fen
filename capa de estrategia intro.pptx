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9595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3466"/>
    <a:srgbClr val="E424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D1EF2-A97E-9ACC-EE67-4FE9E79D8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FBA4FD-4B59-5F4A-D3EB-BB44E835C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8D255A-CA0E-366C-83D3-D0CDA2D29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0468-3033-4605-8668-CE4FF0A36E7A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FBB42A-0BE3-B8BB-C72D-B9910238D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B71400-1B0E-2366-AA64-AB6B8C9B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213F-D648-4D3A-B1C2-BA53752104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8622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319BE-41D1-4AA1-4850-92FC1824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DB7A6D-BA45-8B93-ECC1-0E9B7CCDB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8BC88A-68D3-8185-012D-8403F4B74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0468-3033-4605-8668-CE4FF0A36E7A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5CB6CD-8925-5B40-BA05-794F02F75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9648F4-EDF9-6AC1-0560-110752A6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213F-D648-4D3A-B1C2-BA53752104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279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1FC5F-4C69-E495-1FCC-D56B88618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9511F5-2A3B-680C-ED7F-D5B8D79DC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59CB01-C2FB-531A-78DE-0EAFD8CC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0468-3033-4605-8668-CE4FF0A36E7A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EBBAE6-9FE4-E150-3D73-5024C2A1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A19942-F539-1EBE-C552-C07C8D0E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213F-D648-4D3A-B1C2-BA53752104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251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E655E-EA84-FAFE-D6A2-3F7F4DF97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928F49-F921-B17C-540B-F46419F04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E73787-C96E-30FD-911E-A48F328D4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9C0861-0094-565E-02FA-7AF872BAA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0468-3033-4605-8668-CE4FF0A36E7A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732433-BCD4-0455-D84A-3BAEBCEF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05A4A5-4454-8D8E-102E-3C2A9CEEC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213F-D648-4D3A-B1C2-BA53752104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70873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98554-247C-EB5D-4224-513ED54C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867EB1-838C-5E99-9C56-400AFECB5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9DE997-621F-BD91-0184-D7F7B16F8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6890606-7836-EB16-D078-E5A337736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21C086-A65C-98DB-E92D-5174F1544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01F4205-83D8-DEBB-7121-40708176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0468-3033-4605-8668-CE4FF0A36E7A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A5EA76-E7B8-2E00-E1BE-BDD8E594F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3FADEB-3C9A-45F6-CADD-54DE6114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213F-D648-4D3A-B1C2-BA53752104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47795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208D7-DA57-E98F-E31F-3158F31C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7C47A8F-13A4-B57D-2412-A774D396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0468-3033-4605-8668-CE4FF0A36E7A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16BEFD-ED0B-3BE0-4E97-6F8F830F9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DF7889-B2B0-C655-2B7A-DC33FEEC1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213F-D648-4D3A-B1C2-BA53752104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389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CE070CE-0EC5-D28E-6164-30EC2300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0468-3033-4605-8668-CE4FF0A36E7A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D060E8-DA0C-9215-73B4-7B21A5FC0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796A68-B71E-9A58-9C5A-14F4292E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213F-D648-4D3A-B1C2-BA53752104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3444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8CA45-6596-C66E-FA91-9BFE01D20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3A16A0-3D51-DFCF-95D2-2FFBF20DC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83962A-AF1E-F5F6-F8EC-49D0A0F63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979F0F-09B5-61D5-5758-0D41ED826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0468-3033-4605-8668-CE4FF0A36E7A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297995-1F5A-620C-B832-202D72E6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066963-BEF7-022D-21F2-0F410446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213F-D648-4D3A-B1C2-BA53752104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903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631E9-D65A-7E3B-D54F-9B4677BB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77CBC-C27A-0267-A311-6E5C2FB5D1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4C219E-213B-DC75-4989-18224C224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C653BE-E2BE-FBFD-DF14-276CC2E03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0468-3033-4605-8668-CE4FF0A36E7A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9AFBF1-B7A7-64B7-7A22-BC262DC8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984D0E-11CE-E7F4-A4D1-FC7FCB28B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213F-D648-4D3A-B1C2-BA53752104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30967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054809-5922-D123-E099-81A92DB7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DB1B69-64B1-1852-AA43-B5128281B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E76C62-D813-CE34-D598-36C7204DC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0468-3033-4605-8668-CE4FF0A36E7A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3BEB99-B55D-E973-E2B5-0F347D5F9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431CEE-9A6A-E6E5-2337-2BBEBA7C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213F-D648-4D3A-B1C2-BA53752104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3535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9D9D75-F381-D116-DC4C-7B8FEDDD8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AE186D-E9CD-6829-613A-9FF01B850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55995F-402A-BB60-C13E-C90A30E0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0468-3033-4605-8668-CE4FF0A36E7A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284838-C75E-B1B2-602D-28969132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624A70-1D30-C4C3-8E89-C5ABDC9EC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1213F-D648-4D3A-B1C2-BA53752104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28727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aci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DE149C7-559F-48F3-A81C-E087897477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54325" y="598936"/>
            <a:ext cx="1883349" cy="73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5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A565B6-5470-9CC0-B459-DDFFDA160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84F932-4583-C45A-33F9-5EA8D83AD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0D9DD7-CD21-37C8-4E92-FD9C5E59B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70468-3033-4605-8668-CE4FF0A36E7A}" type="datetimeFigureOut">
              <a:rPr lang="es-PE" smtClean="0"/>
              <a:t>29/10/2026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2AB6FB-5F04-EAE5-5F9A-9E2B9A51C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0E087D-D26E-8F0A-ABE9-74841612F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1213F-D648-4D3A-B1C2-BA53752104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548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frente, grande, cuchillo&#10;&#10;Descripción generada automáticamente">
            <a:extLst>
              <a:ext uri="{FF2B5EF4-FFF2-40B4-BE49-F238E27FC236}">
                <a16:creationId xmlns:a16="http://schemas.microsoft.com/office/drawing/2014/main" id="{2121B609-B6FE-72FF-5C8E-9D6357581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2690435" y="5095372"/>
            <a:ext cx="16227552" cy="3086149"/>
          </a:xfrm>
          <a:prstGeom prst="rect">
            <a:avLst/>
          </a:prstGeom>
        </p:spPr>
      </p:pic>
      <p:pic>
        <p:nvPicPr>
          <p:cNvPr id="2" name="Imagen 1" descr="Un conjunto de letras negras en un fondo blanco&#10;&#10;Descripción generada automáticamente con confianza media">
            <a:extLst>
              <a:ext uri="{FF2B5EF4-FFF2-40B4-BE49-F238E27FC236}">
                <a16:creationId xmlns:a16="http://schemas.microsoft.com/office/drawing/2014/main" id="{E2E984F8-7DF2-DCF3-0415-A99C2B139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23755" y="-1704671"/>
            <a:ext cx="16227552" cy="3764131"/>
          </a:xfrm>
          <a:prstGeom prst="rect">
            <a:avLst/>
          </a:prstGeom>
        </p:spPr>
      </p:pic>
      <p:pic>
        <p:nvPicPr>
          <p:cNvPr id="3" name="Imagen 2" descr="Un conjunto de letras negras en un fondo blanco&#10;&#10;Descripción generada automáticamente con confianza baja">
            <a:extLst>
              <a:ext uri="{FF2B5EF4-FFF2-40B4-BE49-F238E27FC236}">
                <a16:creationId xmlns:a16="http://schemas.microsoft.com/office/drawing/2014/main" id="{61A81602-24BE-7DE8-CA80-228537D43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45183" y="5265613"/>
            <a:ext cx="15982300" cy="28700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2A4E153-8F8E-2692-EAE0-84B449CA8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859" y="6241576"/>
            <a:ext cx="1332262" cy="459069"/>
          </a:xfrm>
          <a:prstGeom prst="rect">
            <a:avLst/>
          </a:prstGeom>
        </p:spPr>
      </p:pic>
      <p:pic>
        <p:nvPicPr>
          <p:cNvPr id="9" name="Imagen 8" descr="Imagen que contiene frente, grande, cuchillo&#10;&#10;Descripción generada automáticamente">
            <a:extLst>
              <a:ext uri="{FF2B5EF4-FFF2-40B4-BE49-F238E27FC236}">
                <a16:creationId xmlns:a16="http://schemas.microsoft.com/office/drawing/2014/main" id="{C3D1842B-AF7C-82FA-6F89-BF7FA60F2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3175" y="-856448"/>
            <a:ext cx="16227552" cy="30861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3696EB4-5900-75A6-C838-6F44874BC7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3939" y="5784610"/>
            <a:ext cx="1057767" cy="111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7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46945E-18 L -0.1836 -0.01991 " pathEditMode="relative" rAng="0" ptsTypes="AA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80" y="-99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211 0.0081 L 0.05443 0.00278 " pathEditMode="relative" rAng="0" ptsTypes="AA">
                                      <p:cBhvr>
                                        <p:cTn id="8" dur="8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20" y="-27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43 0.00972 L 2.91667E-6 2.96296E-6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54" y="-34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4.07407E-6 L 0.11185 0.0039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86" y="18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AAF7EFE355D747941F571A247FE02D" ma:contentTypeVersion="21" ma:contentTypeDescription="Create a new document." ma:contentTypeScope="" ma:versionID="440ffdc5806c16059fbe22ffdf63cc7b">
  <xsd:schema xmlns:xsd="http://www.w3.org/2001/XMLSchema" xmlns:xs="http://www.w3.org/2001/XMLSchema" xmlns:p="http://schemas.microsoft.com/office/2006/metadata/properties" xmlns:ns1="http://schemas.microsoft.com/sharepoint/v3" xmlns:ns2="e5b9c000-effb-4ad3-bcc6-76b34f10ae81" xmlns:ns3="47338b05-39ec-407f-a505-3aedd5a21f40" targetNamespace="http://schemas.microsoft.com/office/2006/metadata/properties" ma:root="true" ma:fieldsID="82bdc976524743af5d64af2f45814226" ns1:_="" ns2:_="" ns3:_="">
    <xsd:import namespace="http://schemas.microsoft.com/sharepoint/v3"/>
    <xsd:import namespace="e5b9c000-effb-4ad3-bcc6-76b34f10ae81"/>
    <xsd:import namespace="47338b05-39ec-407f-a505-3aedd5a21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b9c000-effb-4ad3-bcc6-76b34f10ae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94070e55-8a80-4606-b78a-8d53cef144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338b05-39ec-407f-a505-3aedd5a21f40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58bb3a2a-a6d3-40cc-b93a-2853c53c393b}" ma:internalName="TaxCatchAll" ma:showField="CatchAllData" ma:web="47338b05-39ec-407f-a505-3aedd5a21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47338b05-39ec-407f-a505-3aedd5a21f40" xsi:nil="true"/>
    <_ip_UnifiedCompliancePolicyProperties xmlns="http://schemas.microsoft.com/sharepoint/v3" xsi:nil="true"/>
    <lcf76f155ced4ddcb4097134ff3c332f xmlns="e5b9c000-effb-4ad3-bcc6-76b34f10ae8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E6B2AEF-B080-4C62-AAA6-B7A8870349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06A077-6671-4AAA-9675-199A96206D94}">
  <ds:schemaRefs>
    <ds:schemaRef ds:uri="47338b05-39ec-407f-a505-3aedd5a21f40"/>
    <ds:schemaRef ds:uri="e5b9c000-effb-4ad3-bcc6-76b34f10ae8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03DA500-8D9E-4E59-9A6F-D5DF04E18FD6}">
  <ds:schemaRefs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47338b05-39ec-407f-a505-3aedd5a21f40"/>
    <ds:schemaRef ds:uri="e5b9c000-effb-4ad3-bcc6-76b34f10ae81"/>
    <ds:schemaRef ds:uri="http://schemas.microsoft.com/sharepoint/v3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Grace Morales</dc:creator>
  <cp:lastModifiedBy>Marcial Homero Reyes Robles</cp:lastModifiedBy>
  <cp:revision>2</cp:revision>
  <dcterms:created xsi:type="dcterms:W3CDTF">2022-09-30T18:35:45Z</dcterms:created>
  <dcterms:modified xsi:type="dcterms:W3CDTF">2026-10-29T20:59:51Z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0x010100DCAAF7EFE355D747941F571A247FE02D</vt:lpwstr>
  </property>
  <property fmtid="{D5CDD505-2E9C-101B-9397-08002B2CF9AE}" pid="3" name="MediaServiceImageTags">
    <vt:lpwstr/>
  </property>
  <property fmtid="{D5CDD505-2E9C-101B-9397-08002B2CF9AE}" pid="4" name="KriptosClassAi">
    <vt:lpwstr>1-Uso Interno</vt:lpwstr>
  </property>
  <property fmtid="{D5CDD505-2E9C-101B-9397-08002B2CF9AE}" pid="5" name="MSIP_Label_cc5e6402-922e-490f-9465-00b7f506285b_Enabled">
    <vt:lpwstr>true</vt:lpwstr>
  </property>
  <property fmtid="{D5CDD505-2E9C-101B-9397-08002B2CF9AE}" pid="6" name="MSIP_Label_cc5e6402-922e-490f-9465-00b7f506285b_SetDate">
    <vt:lpwstr>2025-11-24T14:11:37Z</vt:lpwstr>
  </property>
  <property fmtid="{D5CDD505-2E9C-101B-9397-08002B2CF9AE}" pid="7" name="MSIP_Label_cc5e6402-922e-490f-9465-00b7f506285b_Method">
    <vt:lpwstr>Standard</vt:lpwstr>
  </property>
  <property fmtid="{D5CDD505-2E9C-101B-9397-08002B2CF9AE}" pid="8" name="MSIP_Label_cc5e6402-922e-490f-9465-00b7f506285b_Name">
    <vt:lpwstr>Interno</vt:lpwstr>
  </property>
  <property fmtid="{D5CDD505-2E9C-101B-9397-08002B2CF9AE}" pid="9" name="MSIP_Label_cc5e6402-922e-490f-9465-00b7f506285b_SiteId">
    <vt:lpwstr>66dc1f77-2e0d-4d13-b961-7c2e63aa376b</vt:lpwstr>
  </property>
  <property fmtid="{D5CDD505-2E9C-101B-9397-08002B2CF9AE}" pid="10" name="MSIP_Label_cc5e6402-922e-490f-9465-00b7f506285b_ActionId">
    <vt:lpwstr>a603c9c2-8086-410d-bf75-f4c29cc3c3cf</vt:lpwstr>
  </property>
  <property fmtid="{D5CDD505-2E9C-101B-9397-08002B2CF9AE}" pid="11" name="MSIP_Label_cc5e6402-922e-490f-9465-00b7f506285b_ContentBits">
    <vt:lpwstr>0</vt:lpwstr>
  </property>
  <property fmtid="{D5CDD505-2E9C-101B-9397-08002B2CF9AE}" pid="12" name="MSIP_Label_cc5e6402-922e-490f-9465-00b7f506285b_Tag">
    <vt:lpwstr>10, 3, 0, 2</vt:lpwstr>
  </property>
</Properties>
</file>